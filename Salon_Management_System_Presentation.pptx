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7EF8-CEF5-7C59-ABDA-FDA367FCA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F5843-7C81-1CAF-56BC-CCDC4769A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6814-6646-8E2C-6792-0AA9730B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B824F-F116-D081-28E8-B79A144D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4A4D4-45E4-4FEC-D1A1-377CACCD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1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345E-CF30-5AF3-E34B-DA069090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EFA1-4F64-1F33-0A1A-4745FC71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796C1-5DF9-6CF8-27A9-3D2C8A98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8F86D-6C78-F813-616E-999ACEC1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DD8A1-533B-824F-6622-9599CD59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2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85C2-ACF2-7D5B-74E8-7B89E59BB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30CC6-F364-DF71-2438-5FC27004E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D92D0-9A55-1941-1D14-681357C5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B67A2-2D40-4D7E-00EB-48E792ED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12C35-627C-D557-171C-061DF9FB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92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6359-6234-D68A-DF31-7871C53F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F0C7B-CBDC-8BED-D108-61F93918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9BCB2-0FC8-9C01-2156-9277B973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BD69D-EDCF-30B0-4D66-194F12358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42424-0A7B-1E1A-E112-75019DBD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BAC7-7122-B0F8-A1E0-D53AF2DD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9AA6-B48D-4990-EFC7-D7031A43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8E47A-59C8-7427-0301-81FFA4FD0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3B872-B208-9CE6-5A56-C508936A0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1616C-33E8-F351-9380-C526EBE68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3EDB4-2F83-360C-3041-310217BB0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AB315-BE61-DB07-3E31-07C11A3C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89D5E-3F6F-DFF4-E21C-A650F184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26BFB-8D0B-0423-A41C-D9E6E7E7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6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B9E0-570F-F2A0-97D6-8676C1B32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8360B-3898-7D9E-F448-58FCA555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A0852-A32C-7593-9B2A-7B341155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94CD5-DA83-CBFC-BEAA-B3F862A3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B7849-634B-DB81-035F-DE61F1E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66F82-3704-BAE1-9954-A1BD708B1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46BC3-3F93-3E0F-BA92-CF7D751A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536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D759-0B89-5798-5A0C-000237E9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448B8-69D3-EB65-F45E-FDEA8CE05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B8D73-D425-E8BA-1A85-52EA8C288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BC2FE-0986-BD28-AB72-7A45B14F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B2644-10DB-24F7-F663-FFF5DE07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C7C9-9108-4550-A88D-78957072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28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68EF-CD5E-08EB-0731-C822F94C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48825-C3C5-0C69-3AF7-29A30B3BA87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E6BAB-1EB0-924C-3639-E48CA3925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D67-4B8F-C09E-BB3D-F7AD9B86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04997-74AF-746A-99F1-32A40AED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52DCD-2CED-B124-7573-8B69069DF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2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2C88-12F4-25AA-2524-66061E00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7DE21-92FE-E56E-36F6-4846ECED7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22C3-B452-0C38-2F42-7EF5F38A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2FCD4-8AD5-FD0B-AA85-4F366E28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00A4E-EF7B-71DF-8B97-EDE7EB0C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8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2C2A0-D89A-FE86-3C04-422B1C462D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C127F-1EA2-A7B7-750D-FB0BDA57B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9AC2-3AA9-5E2D-6807-E5956D6B3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CA6F4-1E45-288D-3ED2-D564F757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14005-2E3C-9497-8E7C-7F67CEAD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9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20928B-9E09-A428-7675-6A96A611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BAB42-14B3-7D23-2299-3E7F94BA9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8073C-F9E2-B41E-B5BD-C66C3B0AB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EA008-3DAC-4F12-8AF3-3BC528E4516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86929-EAB7-D4B1-DC19-C3DC4348B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47EBC-32B6-8237-AB33-A3CA03F07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5F8CF-F375-468C-9589-574EB9B97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91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0E55EA-3EE9-6412-9C95-8DC0C5946856}"/>
              </a:ext>
            </a:extLst>
          </p:cNvPr>
          <p:cNvSpPr txBox="1"/>
          <p:nvPr/>
        </p:nvSpPr>
        <p:spPr>
          <a:xfrm>
            <a:off x="762000" y="1270000"/>
            <a:ext cx="10668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000" b="1">
                <a:solidFill>
                  <a:srgbClr val="D946EF"/>
                </a:solidFill>
                <a:latin typeface="Segoe UI" panose="020B0502040204020203" pitchFamily="34" charset="0"/>
              </a:rPr>
              <a:t>Salon &amp; Spa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67E06-042E-E78C-E4D6-AB8E3036D62B}"/>
              </a:ext>
            </a:extLst>
          </p:cNvPr>
          <p:cNvSpPr txBox="1"/>
          <p:nvPr/>
        </p:nvSpPr>
        <p:spPr>
          <a:xfrm>
            <a:off x="762000" y="2540000"/>
            <a:ext cx="10668000" cy="18158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EEEEEE"/>
                </a:solidFill>
                <a:latin typeface="Segoe UI" panose="020B0502040204020203" pitchFamily="34" charset="0"/>
              </a:rPr>
              <a:t>Full-Stack Automated Booking, Operations &amp; POS Analytics Platform
Technical Stack: Pure Core Java (Java SE) + JDBC | Multi-Threaded HTTP Server | MySQL | Vanilla HTML5/CSS3/JS
CSE Div - A (Batch - T2) | Semester 5 Software Project
Team Members: Praful Ghatage (24UCS033) | Aryan Jadhav (24UCS039) | Rajvardhan Jadhav (24UCS041) | Vedant Jagdale (24UCS045)</a:t>
            </a:r>
          </a:p>
        </p:txBody>
      </p:sp>
    </p:spTree>
    <p:extLst>
      <p:ext uri="{BB962C8B-B14F-4D97-AF65-F5344CB8AC3E}">
        <p14:creationId xmlns:p14="http://schemas.microsoft.com/office/powerpoint/2010/main" val="1716372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E03DD-BA17-806E-9ECD-0D64F56094CE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The Challenge &amp; Our Solution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86F73-3D20-EFCE-9F55-56C3BAE250E3}"/>
              </a:ext>
            </a:extLst>
          </p:cNvPr>
          <p:cNvSpPr/>
          <p:nvPr/>
        </p:nvSpPr>
        <p:spPr>
          <a:xfrm>
            <a:off x="762000" y="1524000"/>
            <a:ext cx="5080000" cy="4826000"/>
          </a:xfrm>
          <a:prstGeom prst="rect">
            <a:avLst/>
          </a:prstGeom>
          <a:solidFill>
            <a:srgbClr val="181B22"/>
          </a:solidFill>
          <a:ln w="254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EEEEEE"/>
                </a:solidFill>
              </a:rPr>
              <a:t>TRADITIONAL SALON BOTTLENECKS
- Manual Phone Bookings: High rate of scheduling conflicts and double bookings.
- No 24/7 Access: Clients unable to reserve appointments outside business hours.
- Disorganized POS: Inefficient paper receipts and slow daily sales tracking.
- Isolated Data: No client visit history or stylist performance analytics.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544B6B-83B6-1F22-D916-FDF59F647F30}"/>
              </a:ext>
            </a:extLst>
          </p:cNvPr>
          <p:cNvSpPr/>
          <p:nvPr/>
        </p:nvSpPr>
        <p:spPr>
          <a:xfrm>
            <a:off x="6223000" y="1524000"/>
            <a:ext cx="5080000" cy="4826000"/>
          </a:xfrm>
          <a:prstGeom prst="rect">
            <a:avLst/>
          </a:prstGeom>
          <a:solidFill>
            <a:srgbClr val="181B22"/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EEEEEE"/>
                </a:solidFill>
              </a:rPr>
              <a:t>LUXE DIGITAL SOLUTION
- 24/7 Booking Wizard: 5-step customer workflow with instant slot selection.
- Ref Code Check-In: Unique reference ID (SLN-XXXX) &amp; printable tickets.
- Executive Kanban: Real-time status pipeline (Pending to Completed).
- Integrated POS &amp; Analytics: One-click print receipts &amp; Chart.js reports.</a:t>
            </a:r>
          </a:p>
        </p:txBody>
      </p:sp>
    </p:spTree>
    <p:extLst>
      <p:ext uri="{BB962C8B-B14F-4D97-AF65-F5344CB8AC3E}">
        <p14:creationId xmlns:p14="http://schemas.microsoft.com/office/powerpoint/2010/main" val="338181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26172-23D9-FC40-6DFD-B4F4596C1DE2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Customer Web Portal &amp; Features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67EE4-8C07-CCD6-DC90-B2BD194A22CF}"/>
              </a:ext>
            </a:extLst>
          </p:cNvPr>
          <p:cNvSpPr/>
          <p:nvPr/>
        </p:nvSpPr>
        <p:spPr>
          <a:xfrm>
            <a:off x="762000" y="1524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D94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Service Menu Catalog
Categorized offerings (Haircuts, Balayage, Facials, Nails) with exact duration, price, and descriptions.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C661E-AFA3-7B86-143B-C35916B3702F}"/>
              </a:ext>
            </a:extLst>
          </p:cNvPr>
          <p:cNvSpPr/>
          <p:nvPr/>
        </p:nvSpPr>
        <p:spPr>
          <a:xfrm>
            <a:off x="6223000" y="1524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D94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Stylist Showcase
Barber &amp; stylist directory with specialization tags, client star ratings, and direct selection.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6A8C8-8240-4611-65DB-F7D41B2D524F}"/>
              </a:ext>
            </a:extLst>
          </p:cNvPr>
          <p:cNvSpPr/>
          <p:nvPr/>
        </p:nvSpPr>
        <p:spPr>
          <a:xfrm>
            <a:off x="762000" y="3937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D94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5-Step Booking Wizard
Guided reservation workflow with real-time time slot availability and confirmation ticket.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718BE3-361D-4888-5779-4D7D7C742968}"/>
              </a:ext>
            </a:extLst>
          </p:cNvPr>
          <p:cNvSpPr/>
          <p:nvPr/>
        </p:nvSpPr>
        <p:spPr>
          <a:xfrm>
            <a:off x="6223000" y="3937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D94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Self-Service Tracker
Clients can search appointment status anytime using their Reference Code or Phone Number.</a:t>
            </a:r>
          </a:p>
        </p:txBody>
      </p:sp>
    </p:spTree>
    <p:extLst>
      <p:ext uri="{BB962C8B-B14F-4D97-AF65-F5344CB8AC3E}">
        <p14:creationId xmlns:p14="http://schemas.microsoft.com/office/powerpoint/2010/main" val="3171408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D256E0-CF9E-E36B-6200-7C860402C8F3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Executive Admin Dashboard &amp; POS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365885-34E0-CDC8-0149-126C2A3F3AB7}"/>
              </a:ext>
            </a:extLst>
          </p:cNvPr>
          <p:cNvSpPr/>
          <p:nvPr/>
        </p:nvSpPr>
        <p:spPr>
          <a:xfrm>
            <a:off x="762000" y="1524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Live KPI Metrics &amp; Analytics
Real-time tracking for Today's Bookings, Total Revenue (â‚¹ INR), Active Stylists, and Chart.js reports.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FD66E-60E7-7ACD-CC28-CD9F2C986433}"/>
              </a:ext>
            </a:extLst>
          </p:cNvPr>
          <p:cNvSpPr/>
          <p:nvPr/>
        </p:nvSpPr>
        <p:spPr>
          <a:xfrm>
            <a:off x="6223000" y="1524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Kanban Pipeline Board
4-stage workflow (Pending, Confirmed, In-Progress, Completed) with quick status buttons.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48C5B-6D88-3C03-1875-84CDCAA4C018}"/>
              </a:ext>
            </a:extLst>
          </p:cNvPr>
          <p:cNvSpPr/>
          <p:nvPr/>
        </p:nvSpPr>
        <p:spPr>
          <a:xfrm>
            <a:off x="762000" y="3937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Service &amp; Staff CRUD
Full management modals to create, update pricing, toggle status, or delete services and stylists.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D88155-1BBA-D22B-87EE-04000041D186}"/>
              </a:ext>
            </a:extLst>
          </p:cNvPr>
          <p:cNvSpPr/>
          <p:nvPr/>
        </p:nvSpPr>
        <p:spPr>
          <a:xfrm>
            <a:off x="6223000" y="3937000"/>
            <a:ext cx="5080000" cy="2159000"/>
          </a:xfrm>
          <a:prstGeom prst="rect">
            <a:avLst/>
          </a:prstGeom>
          <a:solidFill>
            <a:srgbClr val="1A202A"/>
          </a:solidFill>
          <a:ln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POS Quick Invoice Generator
Generates clean, GST-compliant printable tax invoices with UPI / Cash settlement.</a:t>
            </a:r>
          </a:p>
        </p:txBody>
      </p:sp>
    </p:spTree>
    <p:extLst>
      <p:ext uri="{BB962C8B-B14F-4D97-AF65-F5344CB8AC3E}">
        <p14:creationId xmlns:p14="http://schemas.microsoft.com/office/powerpoint/2010/main" val="423394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9CE58-9708-0632-9792-15658553DDAC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MySQL Schema &amp; 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0FD9B-FAD5-EA2B-2EC2-CFF89DD52113}"/>
              </a:ext>
            </a:extLst>
          </p:cNvPr>
          <p:cNvSpPr/>
          <p:nvPr/>
        </p:nvSpPr>
        <p:spPr>
          <a:xfrm>
            <a:off x="762000" y="1524000"/>
            <a:ext cx="5080000" cy="4826000"/>
          </a:xfrm>
          <a:prstGeom prst="rect">
            <a:avLst/>
          </a:prstGeom>
          <a:solidFill>
            <a:srgbClr val="151820"/>
          </a:solidFill>
          <a:ln w="25400">
            <a:solidFill>
              <a:srgbClr val="D4B6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7 NORMALIZED MYSQL TABLES (salon_db)
1. categories: Category titles &amp; icons
2. services: Prices (â‚¹ INR), durations, image URLs
3. stylists: Bios, ratings, active status
4. customers: Contact info &amp; visit counts
5. appointments: Ref code (SLN-XXXX), dates, status
6. payments: UPI/Cash/Card transaction logs
7. reviews: Star ratings &amp; comments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CBB40-0D58-09D3-87F2-91E3A136E0CD}"/>
              </a:ext>
            </a:extLst>
          </p:cNvPr>
          <p:cNvSpPr/>
          <p:nvPr/>
        </p:nvSpPr>
        <p:spPr>
          <a:xfrm>
            <a:off x="6223000" y="1524000"/>
            <a:ext cx="5080000" cy="4826000"/>
          </a:xfrm>
          <a:prstGeom prst="rect">
            <a:avLst/>
          </a:prstGeom>
          <a:solidFill>
            <a:srgbClr val="151820"/>
          </a:solidFill>
          <a:ln w="25400">
            <a:solidFill>
              <a:srgbClr val="D4B6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DUAL-MODE ARCHITECTURE (Java + Fallback)
- Live Java Backend: Pure Core Java SE HttpServer + JDBC REST API at http://localhost:3000/api.
- Resilient Fallback: Automatically uses LocalStorage state when MySQL is offline, making viva presentations 100% crash-free!</a:t>
            </a:r>
          </a:p>
        </p:txBody>
      </p:sp>
    </p:spTree>
    <p:extLst>
      <p:ext uri="{BB962C8B-B14F-4D97-AF65-F5344CB8AC3E}">
        <p14:creationId xmlns:p14="http://schemas.microsoft.com/office/powerpoint/2010/main" val="286624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BA567-79B4-D899-26A8-5DD166DCA862}"/>
              </a:ext>
            </a:extLst>
          </p:cNvPr>
          <p:cNvSpPr txBox="1"/>
          <p:nvPr/>
        </p:nvSpPr>
        <p:spPr>
          <a:xfrm>
            <a:off x="762000" y="508000"/>
            <a:ext cx="1066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Business Value &amp; Future Expansion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80CEA-581F-C8B1-F066-147F91AF0324}"/>
              </a:ext>
            </a:extLst>
          </p:cNvPr>
          <p:cNvSpPr/>
          <p:nvPr/>
        </p:nvSpPr>
        <p:spPr>
          <a:xfrm>
            <a:off x="762000" y="1524000"/>
            <a:ext cx="5080000" cy="4826000"/>
          </a:xfrm>
          <a:prstGeom prst="rect">
            <a:avLst/>
          </a:prstGeom>
          <a:solidFill>
            <a:srgbClr val="151820"/>
          </a:solidFill>
          <a:ln w="25400">
            <a:solidFill>
              <a:srgbClr val="D946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IMMEDIATE BUSINESS IMPACT
- 35% Staff Time Saved: Automated client booking reduces front-desk phone calls.
- Zero Double-Bookings: Real-time slot checking &amp; stylist assignment.
- Modern Brand Prestige: Glassmorphism UI &amp; digital ticket experience.
- Accurate Sales Reports: Instant POS receipts &amp; daily revenue charts.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8CA27-4979-51A1-B87F-70D66610486E}"/>
              </a:ext>
            </a:extLst>
          </p:cNvPr>
          <p:cNvSpPr/>
          <p:nvPr/>
        </p:nvSpPr>
        <p:spPr>
          <a:xfrm>
            <a:off x="6223000" y="1524000"/>
            <a:ext cx="5080000" cy="4826000"/>
          </a:xfrm>
          <a:prstGeom prst="rect">
            <a:avLst/>
          </a:prstGeom>
          <a:solidFill>
            <a:srgbClr val="151820"/>
          </a:solidFill>
          <a:ln w="25400">
            <a:solidFill>
              <a:srgbClr val="F65C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/>
              <a:t>FUTURE EXPANSION ROADMAP
- SMS &amp; WhatsApp Reminders: Twilio integration for automated appointment alerts.
- Payment Gateways: Online card payments via Stripe / Razorpay.
- Stylist Mobile App: Companion mobile app for staff schedule management.
- Multi-Branch Support: Centralized management for salon chains.</a:t>
            </a:r>
          </a:p>
        </p:txBody>
      </p:sp>
    </p:spTree>
    <p:extLst>
      <p:ext uri="{BB962C8B-B14F-4D97-AF65-F5344CB8AC3E}">
        <p14:creationId xmlns:p14="http://schemas.microsoft.com/office/powerpoint/2010/main" val="424202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Rajvardhan Jadhav</dc:creator>
  <cp:lastModifiedBy>Rajvardhan Jadhav</cp:lastModifiedBy>
  <cp:revision>1</cp:revision>
  <dcterms:created xsi:type="dcterms:W3CDTF">2026-10-13T17:52:38Z</dcterms:created>
  <dcterms:modified xsi:type="dcterms:W3CDTF">2026-10-13T17:52:38Z</dcterms:modified>
</cp:coreProperties>
</file>